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4660"/>
  </p:normalViewPr>
  <p:slideViewPr>
    <p:cSldViewPr>
      <p:cViewPr varScale="1">
        <p:scale>
          <a:sx n="77" d="100"/>
          <a:sy n="77" d="100"/>
        </p:scale>
        <p:origin x="1443" y="27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51828-136F-480A-9E85-8027F1B9695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8057-9AC3-455C-878F-D26F7513B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631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51828-136F-480A-9E85-8027F1B9695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8057-9AC3-455C-878F-D26F7513B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91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51828-136F-480A-9E85-8027F1B9695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8057-9AC3-455C-878F-D26F7513B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1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51828-136F-480A-9E85-8027F1B9695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8057-9AC3-455C-878F-D26F7513B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13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51828-136F-480A-9E85-8027F1B9695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8057-9AC3-455C-878F-D26F7513B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12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51828-136F-480A-9E85-8027F1B9695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8057-9AC3-455C-878F-D26F7513B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9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51828-136F-480A-9E85-8027F1B9695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8057-9AC3-455C-878F-D26F7513B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57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51828-136F-480A-9E85-8027F1B9695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8057-9AC3-455C-878F-D26F7513B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7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51828-136F-480A-9E85-8027F1B9695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8057-9AC3-455C-878F-D26F7513B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24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51828-136F-480A-9E85-8027F1B9695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8057-9AC3-455C-878F-D26F7513B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97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51828-136F-480A-9E85-8027F1B9695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38057-9AC3-455C-878F-D26F7513B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887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1828-136F-480A-9E85-8027F1B9695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38057-9AC3-455C-878F-D26F7513B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136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ebpagepublicity.com/free-fonts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2688431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Web Designing with </a:t>
            </a:r>
            <a:r>
              <a:rPr lang="en-US"/>
              <a:t>HTML 5 and CSS 3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306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CSS3 – What’s New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Border Effects</a:t>
            </a:r>
          </a:p>
          <a:p>
            <a:r>
              <a:rPr lang="en-US" dirty="0"/>
              <a:t>New Text Effect’s</a:t>
            </a:r>
          </a:p>
          <a:p>
            <a:r>
              <a:rPr lang="en-US" dirty="0"/>
              <a:t>Multiple Column Layout</a:t>
            </a:r>
          </a:p>
          <a:p>
            <a:r>
              <a:rPr lang="en-US" dirty="0"/>
              <a:t>2D and 3D Transformation</a:t>
            </a:r>
          </a:p>
          <a:p>
            <a:r>
              <a:rPr lang="en-US" dirty="0"/>
              <a:t>Transition</a:t>
            </a:r>
          </a:p>
          <a:p>
            <a:r>
              <a:rPr lang="en-US" dirty="0"/>
              <a:t>Animation</a:t>
            </a:r>
          </a:p>
        </p:txBody>
      </p:sp>
    </p:spTree>
    <p:extLst>
      <p:ext uri="{BB962C8B-B14F-4D97-AF65-F5344CB8AC3E}">
        <p14:creationId xmlns:p14="http://schemas.microsoft.com/office/powerpoint/2010/main" val="46535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CSS3 - Borders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CSS3, new border effects can be archived easily, without making use of 3</a:t>
            </a:r>
            <a:r>
              <a:rPr lang="en-US" baseline="30000" dirty="0"/>
              <a:t>rd</a:t>
            </a:r>
            <a:r>
              <a:rPr lang="en-US" dirty="0"/>
              <a:t> party tools like Photoshop and CorelDraw.</a:t>
            </a:r>
          </a:p>
          <a:p>
            <a:r>
              <a:rPr lang="en-US" dirty="0"/>
              <a:t>There are 3 Properties introduced with CSS3, which will make work easy.</a:t>
            </a:r>
          </a:p>
          <a:p>
            <a:pPr lvl="1"/>
            <a:r>
              <a:rPr lang="en-US" dirty="0"/>
              <a:t>border-radius</a:t>
            </a:r>
          </a:p>
          <a:p>
            <a:pPr lvl="1"/>
            <a:r>
              <a:rPr lang="en-US" dirty="0"/>
              <a:t>border-image</a:t>
            </a:r>
          </a:p>
          <a:p>
            <a:pPr lvl="1"/>
            <a:r>
              <a:rPr lang="en-US" dirty="0"/>
              <a:t>box-shadow</a:t>
            </a:r>
          </a:p>
        </p:txBody>
      </p:sp>
    </p:spTree>
    <p:extLst>
      <p:ext uri="{BB962C8B-B14F-4D97-AF65-F5344CB8AC3E}">
        <p14:creationId xmlns:p14="http://schemas.microsoft.com/office/powerpoint/2010/main" val="1407370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CSS3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342606" y="1828800"/>
            <a:ext cx="4648200" cy="685800"/>
          </a:xfrm>
          <a:prstGeom prst="rect">
            <a:avLst/>
          </a:prstGeom>
          <a:ln w="50800">
            <a:solidFill>
              <a:schemeClr val="accent2">
                <a:lumMod val="60000"/>
                <a:lumOff val="40000"/>
                <a:alpha val="66000"/>
              </a:schemeClr>
            </a:solidFill>
          </a:ln>
          <a:effectLst>
            <a:outerShdw blurRad="50800" dist="38100" sx="1000" sy="1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Old CSS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29543" y="3200400"/>
            <a:ext cx="4572000" cy="1066800"/>
          </a:xfrm>
          <a:prstGeom prst="roundRect">
            <a:avLst>
              <a:gd name="adj" fmla="val 47279"/>
            </a:avLst>
          </a:prstGeom>
          <a:ln w="50800">
            <a:solidFill>
              <a:schemeClr val="accent6">
                <a:lumMod val="50000"/>
              </a:schemeClr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6350" stA="50000" endA="300" endPos="90000" dist="50800" dir="5400000" sy="-100000" algn="bl" rotWithShape="0"/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 CSS</a:t>
            </a:r>
          </a:p>
        </p:txBody>
      </p:sp>
    </p:spTree>
    <p:extLst>
      <p:ext uri="{BB962C8B-B14F-4D97-AF65-F5344CB8AC3E}">
        <p14:creationId xmlns:p14="http://schemas.microsoft.com/office/powerpoint/2010/main" val="585447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CSS3 – Border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CSS3, border of any content can be easily beautified by using the following properties</a:t>
            </a:r>
          </a:p>
          <a:p>
            <a:endParaRPr lang="en-US" dirty="0"/>
          </a:p>
          <a:p>
            <a:pPr lvl="1"/>
            <a:r>
              <a:rPr lang="en-US" dirty="0"/>
              <a:t>Border-radius</a:t>
            </a:r>
          </a:p>
          <a:p>
            <a:pPr lvl="1"/>
            <a:r>
              <a:rPr lang="en-US" dirty="0"/>
              <a:t>Border-image</a:t>
            </a:r>
          </a:p>
          <a:p>
            <a:pPr lvl="1"/>
            <a:r>
              <a:rPr lang="en-US" dirty="0"/>
              <a:t>Border-shadow</a:t>
            </a:r>
          </a:p>
        </p:txBody>
      </p:sp>
    </p:spTree>
    <p:extLst>
      <p:ext uri="{BB962C8B-B14F-4D97-AF65-F5344CB8AC3E}">
        <p14:creationId xmlns:p14="http://schemas.microsoft.com/office/powerpoint/2010/main" val="346554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CSS3 - Border-radius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Section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Border-radius:15px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&lt;section&gt; Thanks to CSS3 for my borders &lt;/section&gt;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1600200" y="4762500"/>
            <a:ext cx="4876800" cy="8382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Thanks to CSS3 for my borders</a:t>
            </a:r>
          </a:p>
        </p:txBody>
      </p:sp>
    </p:spTree>
    <p:extLst>
      <p:ext uri="{BB962C8B-B14F-4D97-AF65-F5344CB8AC3E}">
        <p14:creationId xmlns:p14="http://schemas.microsoft.com/office/powerpoint/2010/main" val="2202037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CSS3 – box-shadow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90689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Section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Box-shadow:10px 10px 5px Gray;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&lt;section&gt; Thanks to CSS3 for my Shadow &lt;/section&gt;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286000" y="5181600"/>
            <a:ext cx="4876800" cy="838200"/>
          </a:xfrm>
          <a:prstGeom prst="roundRect">
            <a:avLst>
              <a:gd name="adj" fmla="val 50000"/>
            </a:avLst>
          </a:prstGeom>
          <a:effectLst>
            <a:glow rad="292100">
              <a:schemeClr val="tx1"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Thanks to CSS3 for my Shadow</a:t>
            </a:r>
          </a:p>
        </p:txBody>
      </p:sp>
    </p:spTree>
    <p:extLst>
      <p:ext uri="{BB962C8B-B14F-4D97-AF65-F5344CB8AC3E}">
        <p14:creationId xmlns:p14="http://schemas.microsoft.com/office/powerpoint/2010/main" val="2816179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CSS3 – border-image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Section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Border-image:url</a:t>
            </a:r>
            <a:r>
              <a:rPr lang="en-US" dirty="0"/>
              <a:t>(‘…’)  30 30 </a:t>
            </a:r>
            <a:r>
              <a:rPr lang="en-US" dirty="0" err="1"/>
              <a:t>streach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&lt;section&gt; Thanks to CSS3 for my Shadow &lt;/section&gt;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286000" y="5181600"/>
            <a:ext cx="4876800" cy="838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8425" cmpd="thickThin">
            <a:solidFill>
              <a:schemeClr val="accent1">
                <a:shade val="50000"/>
              </a:schemeClr>
            </a:solidFill>
            <a:prstDash val="sysDash"/>
          </a:ln>
          <a:effectLst>
            <a:glow rad="292100">
              <a:schemeClr val="bg1"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Thanks to CSS3 for my Shadow</a:t>
            </a:r>
          </a:p>
        </p:txBody>
      </p:sp>
    </p:spTree>
    <p:extLst>
      <p:ext uri="{BB962C8B-B14F-4D97-AF65-F5344CB8AC3E}">
        <p14:creationId xmlns:p14="http://schemas.microsoft.com/office/powerpoint/2010/main" val="182095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CSS3 - Text Effect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CSS3 Introduces different text effects for easy implementation which does not require dependency on 3</a:t>
            </a:r>
            <a:r>
              <a:rPr lang="en-US" baseline="30000" dirty="0"/>
              <a:t>rd</a:t>
            </a:r>
            <a:r>
              <a:rPr lang="en-US" dirty="0"/>
              <a:t> party sources like CorelDraw and Photoshop.</a:t>
            </a:r>
          </a:p>
          <a:p>
            <a:r>
              <a:rPr lang="en-US" dirty="0"/>
              <a:t>The 3 properties which are implemented by most of the browsers are</a:t>
            </a:r>
          </a:p>
          <a:p>
            <a:pPr lvl="1"/>
            <a:r>
              <a:rPr lang="en-US" dirty="0"/>
              <a:t>Text-shadow </a:t>
            </a:r>
          </a:p>
          <a:p>
            <a:pPr lvl="1"/>
            <a:r>
              <a:rPr lang="en-US" dirty="0"/>
              <a:t>Word-wrap</a:t>
            </a:r>
          </a:p>
          <a:p>
            <a:pPr lvl="1"/>
            <a:r>
              <a:rPr lang="en-US" dirty="0"/>
              <a:t>@font-face</a:t>
            </a:r>
          </a:p>
        </p:txBody>
      </p:sp>
    </p:spTree>
    <p:extLst>
      <p:ext uri="{BB962C8B-B14F-4D97-AF65-F5344CB8AC3E}">
        <p14:creationId xmlns:p14="http://schemas.microsoft.com/office/powerpoint/2010/main" val="438422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Shadow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Word-wrap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438400"/>
            <a:ext cx="5181600" cy="76200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chemeClr val="accent6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solidFill>
                  <a:schemeClr val="accent5">
                    <a:lumMod val="75000"/>
                  </a:schemeClr>
                </a:solidFill>
              </a:rPr>
              <a:t>HP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447800" y="4114800"/>
            <a:ext cx="2819400" cy="2514600"/>
            <a:chOff x="1447800" y="3962400"/>
            <a:chExt cx="2819400" cy="2514600"/>
          </a:xfrm>
        </p:grpSpPr>
        <p:sp>
          <p:nvSpPr>
            <p:cNvPr id="6" name="TextBox 5"/>
            <p:cNvSpPr txBox="1"/>
            <p:nvPr/>
          </p:nvSpPr>
          <p:spPr>
            <a:xfrm>
              <a:off x="1447800" y="3962400"/>
              <a:ext cx="2819400" cy="25146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dirty="0"/>
                <a:t>This is some text witting in a div tag while working with CSS2 and HTML4.</a:t>
              </a:r>
            </a:p>
            <a:p>
              <a:r>
                <a:rPr lang="en-US" dirty="0"/>
                <a:t>Always wished that this text would remain inside the box, tried many work </a:t>
              </a:r>
              <a:r>
                <a:rPr lang="en-US" dirty="0" err="1"/>
                <a:t>arounds</a:t>
              </a:r>
              <a:r>
                <a:rPr lang="en-US" dirty="0"/>
                <a:t> but went useless as the </a:t>
              </a:r>
              <a:r>
                <a:rPr lang="en-US" dirty="0" err="1"/>
                <a:t>behavious</a:t>
              </a:r>
              <a:r>
                <a:rPr lang="en-US" dirty="0"/>
                <a:t> for different browsers are different 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447800" y="3962400"/>
              <a:ext cx="2133600" cy="2514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/>
          <p:cNvSpPr/>
          <p:nvPr/>
        </p:nvSpPr>
        <p:spPr>
          <a:xfrm>
            <a:off x="5384074" y="3733800"/>
            <a:ext cx="2209800" cy="2590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Hey I am the text inside the section tab of  HTML5 and CSS3 property has been set over me, I will remain inside this box, let whatever browser renders me</a:t>
            </a:r>
          </a:p>
        </p:txBody>
      </p:sp>
    </p:spTree>
    <p:extLst>
      <p:ext uri="{BB962C8B-B14F-4D97-AF65-F5344CB8AC3E}">
        <p14:creationId xmlns:p14="http://schemas.microsoft.com/office/powerpoint/2010/main" val="2572583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@font-face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you can apply any font style on a web page without worrying about the presence of that font style installed on client machine.</a:t>
            </a:r>
          </a:p>
          <a:p>
            <a:r>
              <a:rPr lang="en-US" dirty="0"/>
              <a:t>You can download TrueTypeFont File from the following link and can be used in the web page.</a:t>
            </a:r>
          </a:p>
          <a:p>
            <a:r>
              <a:rPr lang="en-US" dirty="0">
                <a:hlinkClick r:id="rId2"/>
              </a:rPr>
              <a:t>http://www.webpagepublicity.com/free-fonts.html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48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@font-face</a:t>
            </a:r>
          </a:p>
          <a:p>
            <a:pPr marL="0" indent="0">
              <a:buNone/>
            </a:pPr>
            <a:r>
              <a:rPr lang="en-US" sz="2800" dirty="0"/>
              <a:t>{</a:t>
            </a:r>
          </a:p>
          <a:p>
            <a:pPr marL="0" indent="0">
              <a:buNone/>
            </a:pPr>
            <a:r>
              <a:rPr lang="en-US" sz="2800" dirty="0"/>
              <a:t>font-size:30;</a:t>
            </a:r>
          </a:p>
          <a:p>
            <a:pPr marL="0" indent="0">
              <a:buNone/>
            </a:pPr>
            <a:r>
              <a:rPr lang="en-US" sz="2800" dirty="0"/>
              <a:t>font-family: </a:t>
            </a:r>
            <a:r>
              <a:rPr lang="en-US" sz="2800" dirty="0" err="1"/>
              <a:t>customFont</a:t>
            </a:r>
            <a:r>
              <a:rPr lang="en-US" sz="2800" dirty="0"/>
              <a:t>;</a:t>
            </a:r>
          </a:p>
          <a:p>
            <a:pPr marL="0" indent="0">
              <a:buNone/>
            </a:pPr>
            <a:r>
              <a:rPr lang="en-US" sz="2800" dirty="0" err="1"/>
              <a:t>src</a:t>
            </a:r>
            <a:r>
              <a:rPr lang="en-US" sz="2800" dirty="0"/>
              <a:t>: </a:t>
            </a:r>
            <a:r>
              <a:rPr lang="en-US" sz="2800" dirty="0" err="1"/>
              <a:t>url</a:t>
            </a:r>
            <a:r>
              <a:rPr lang="en-US" sz="2800" dirty="0"/>
              <a:t>('Amano.ttf');</a:t>
            </a:r>
          </a:p>
          <a:p>
            <a:pPr marL="0" indent="0">
              <a:buNone/>
            </a:pPr>
            <a:r>
              <a:rPr lang="en-US" sz="2800" dirty="0"/>
              <a:t>}</a:t>
            </a:r>
          </a:p>
          <a:p>
            <a:pPr marL="0" indent="0">
              <a:buNone/>
            </a:pPr>
            <a:r>
              <a:rPr lang="en-US" dirty="0"/>
              <a:t>p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font-family:customFont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1295400"/>
            <a:ext cx="60007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1373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CSS3 -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CSS3 comes with lots of effects that can be easily applied to the contents of the page.</a:t>
            </a:r>
          </a:p>
          <a:p>
            <a:r>
              <a:rPr lang="en-US" dirty="0"/>
              <a:t>Contents can be transformed and translated in various positions dynamically, making web pages more attractive.</a:t>
            </a:r>
          </a:p>
          <a:p>
            <a:r>
              <a:rPr lang="en-US" dirty="0"/>
              <a:t>CSS3 introduces 2D and 3D transformation API</a:t>
            </a:r>
          </a:p>
          <a:p>
            <a:pPr marL="0" indent="0">
              <a:buNone/>
            </a:pPr>
            <a:r>
              <a:rPr lang="en-US" dirty="0"/>
              <a:t>   for transformation.</a:t>
            </a:r>
          </a:p>
        </p:txBody>
      </p:sp>
    </p:spTree>
    <p:extLst>
      <p:ext uri="{BB962C8B-B14F-4D97-AF65-F5344CB8AC3E}">
        <p14:creationId xmlns:p14="http://schemas.microsoft.com/office/powerpoint/2010/main" val="179635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2D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CSS3 introduces attribute transform, which supports 5 methods for transformation.</a:t>
            </a:r>
          </a:p>
          <a:p>
            <a:r>
              <a:rPr lang="en-US" dirty="0"/>
              <a:t>translate()</a:t>
            </a:r>
          </a:p>
          <a:p>
            <a:r>
              <a:rPr lang="en-US" dirty="0"/>
              <a:t>rotate()</a:t>
            </a:r>
          </a:p>
          <a:p>
            <a:r>
              <a:rPr lang="en-US" dirty="0"/>
              <a:t>scale()</a:t>
            </a:r>
          </a:p>
          <a:p>
            <a:r>
              <a:rPr lang="en-US" dirty="0"/>
              <a:t>skew()</a:t>
            </a:r>
          </a:p>
          <a:p>
            <a:r>
              <a:rPr lang="en-US" dirty="0"/>
              <a:t>matrix()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50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CSS3 – 2D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Section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transform:translate</a:t>
            </a:r>
            <a:r>
              <a:rPr lang="en-US" dirty="0"/>
              <a:t>(….);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transform:rotate</a:t>
            </a:r>
            <a:r>
              <a:rPr lang="en-US" dirty="0"/>
              <a:t>(….);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transform:scale</a:t>
            </a:r>
            <a:r>
              <a:rPr lang="en-US" dirty="0"/>
              <a:t>(…);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transform:skew</a:t>
            </a:r>
            <a:r>
              <a:rPr lang="en-US" dirty="0"/>
              <a:t>(…….);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33591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2D Transformation : translate()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Section{transform : translate(25px,25px);}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838200" y="2667000"/>
            <a:ext cx="6858000" cy="3886200"/>
            <a:chOff x="685800" y="2209800"/>
            <a:chExt cx="6858000" cy="3886200"/>
          </a:xfrm>
        </p:grpSpPr>
        <p:sp>
          <p:nvSpPr>
            <p:cNvPr id="6" name="Rectangle 5"/>
            <p:cNvSpPr/>
            <p:nvPr/>
          </p:nvSpPr>
          <p:spPr>
            <a:xfrm>
              <a:off x="685800" y="2209800"/>
              <a:ext cx="6858000" cy="3886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95400" y="2819400"/>
              <a:ext cx="2286000" cy="20574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752600" y="3142706"/>
              <a:ext cx="2286000" cy="2057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 am being moved from the Original positing at run time.</a:t>
              </a:r>
            </a:p>
          </p:txBody>
        </p:sp>
      </p:grpSp>
      <p:cxnSp>
        <p:nvCxnSpPr>
          <p:cNvPr id="9" name="Straight Arrow Connector 8"/>
          <p:cNvCxnSpPr/>
          <p:nvPr/>
        </p:nvCxnSpPr>
        <p:spPr>
          <a:xfrm>
            <a:off x="1447800" y="4038600"/>
            <a:ext cx="457200" cy="266700"/>
          </a:xfrm>
          <a:prstGeom prst="straightConnector1">
            <a:avLst/>
          </a:prstGeom>
          <a:ln cmpd="sng">
            <a:solidFill>
              <a:srgbClr val="FF0000"/>
            </a:solidFill>
            <a:headEnd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07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2D Transformation : rotate()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Section{transform : rotate(60deg);}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838200" y="2667000"/>
            <a:ext cx="6858000" cy="3886200"/>
            <a:chOff x="685800" y="2209800"/>
            <a:chExt cx="6858000" cy="3886200"/>
          </a:xfrm>
        </p:grpSpPr>
        <p:sp>
          <p:nvSpPr>
            <p:cNvPr id="6" name="Rectangle 5"/>
            <p:cNvSpPr/>
            <p:nvPr/>
          </p:nvSpPr>
          <p:spPr>
            <a:xfrm>
              <a:off x="685800" y="2209800"/>
              <a:ext cx="6858000" cy="38862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 rot="18600857">
              <a:off x="1752600" y="3142706"/>
              <a:ext cx="2286000" cy="2057400"/>
            </a:xfrm>
            <a:prstGeom prst="rect">
              <a:avLst/>
            </a:prstGeom>
            <a:solidFill>
              <a:schemeClr val="accent6">
                <a:lumMod val="75000"/>
                <a:alpha val="6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rgbClr val="FFFF00"/>
                  </a:solidFill>
                </a:rPr>
                <a:t>I am </a:t>
              </a:r>
              <a:r>
                <a:rPr lang="en-US" sz="3200" dirty="0" err="1">
                  <a:solidFill>
                    <a:srgbClr val="FFFF00"/>
                  </a:solidFill>
                </a:rPr>
                <a:t>unside</a:t>
              </a:r>
              <a:r>
                <a:rPr lang="en-US" sz="3200" dirty="0">
                  <a:solidFill>
                    <a:srgbClr val="FFFF00"/>
                  </a:solidFill>
                </a:rPr>
                <a:t> down </a:t>
              </a:r>
              <a:r>
                <a:rPr lang="en-US" sz="3200" dirty="0">
                  <a:solidFill>
                    <a:srgbClr val="FFFF00"/>
                  </a:solidFill>
                  <a:sym typeface="Wingdings" pitchFamily="2" charset="2"/>
                </a:rPr>
                <a:t></a:t>
              </a:r>
              <a:endParaRPr lang="en-US" sz="3200" dirty="0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338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2D Transformation : Scale(</a:t>
            </a:r>
            <a:r>
              <a:rPr lang="en-US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Section{transform : translate(2,2);}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838200" y="2743200"/>
            <a:ext cx="6858000" cy="3886200"/>
            <a:chOff x="685800" y="2209800"/>
            <a:chExt cx="6858000" cy="3886200"/>
          </a:xfrm>
        </p:grpSpPr>
        <p:sp>
          <p:nvSpPr>
            <p:cNvPr id="6" name="Rectangle 5"/>
            <p:cNvSpPr/>
            <p:nvPr/>
          </p:nvSpPr>
          <p:spPr>
            <a:xfrm>
              <a:off x="685800" y="2209800"/>
              <a:ext cx="6858000" cy="3886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95400" y="2819400"/>
              <a:ext cx="2286000" cy="20574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I am Real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3810000" y="2438400"/>
              <a:ext cx="3048000" cy="2819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I am Grown Up.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2474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2D Transformation : Skew(</a:t>
            </a:r>
            <a:r>
              <a:rPr lang="en-US" dirty="0" err="1"/>
              <a:t>deg,deg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Section{transform : translate(30deg,30deg;}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838200" y="2667000"/>
            <a:ext cx="6858000" cy="3886200"/>
            <a:chOff x="685800" y="2209800"/>
            <a:chExt cx="6858000" cy="3886200"/>
          </a:xfrm>
        </p:grpSpPr>
        <p:sp>
          <p:nvSpPr>
            <p:cNvPr id="6" name="Rectangle 5"/>
            <p:cNvSpPr/>
            <p:nvPr/>
          </p:nvSpPr>
          <p:spPr>
            <a:xfrm>
              <a:off x="685800" y="2209800"/>
              <a:ext cx="6858000" cy="3886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 rot="21283379">
              <a:off x="4343400" y="2837361"/>
              <a:ext cx="2286000" cy="2057400"/>
            </a:xfrm>
            <a:prstGeom prst="rect">
              <a:avLst/>
            </a:prstGeom>
            <a:scene3d>
              <a:camera prst="isometricOffAxis1Left"/>
              <a:lightRig rig="threePt" dir="t"/>
            </a:scene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 Am Skewed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1447800" y="3276600"/>
            <a:ext cx="2286000" cy="2057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 am Real</a:t>
            </a:r>
          </a:p>
        </p:txBody>
      </p:sp>
    </p:spTree>
    <p:extLst>
      <p:ext uri="{BB962C8B-B14F-4D97-AF65-F5344CB8AC3E}">
        <p14:creationId xmlns:p14="http://schemas.microsoft.com/office/powerpoint/2010/main" val="1337397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CSS3 – 3D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CSS3 also supports transformation to give a 3D Effect to the contents of the page.</a:t>
            </a:r>
          </a:p>
          <a:p>
            <a:r>
              <a:rPr lang="en-US" dirty="0"/>
              <a:t>Following are the methods for 3D transform</a:t>
            </a:r>
          </a:p>
          <a:p>
            <a:pPr lvl="1"/>
            <a:r>
              <a:rPr lang="en-US" dirty="0" err="1"/>
              <a:t>rotateX</a:t>
            </a:r>
            <a:r>
              <a:rPr lang="en-US" dirty="0"/>
              <a:t>(angel)</a:t>
            </a:r>
          </a:p>
          <a:p>
            <a:pPr lvl="1"/>
            <a:r>
              <a:rPr lang="en-US" dirty="0" err="1"/>
              <a:t>rotateY</a:t>
            </a:r>
            <a:r>
              <a:rPr lang="en-US" dirty="0"/>
              <a:t>(angel)</a:t>
            </a:r>
          </a:p>
          <a:p>
            <a:pPr lvl="1"/>
            <a:r>
              <a:rPr lang="en-US" dirty="0" err="1"/>
              <a:t>rotateZ</a:t>
            </a:r>
            <a:r>
              <a:rPr lang="en-US" dirty="0"/>
              <a:t>(angel)</a:t>
            </a:r>
          </a:p>
          <a:p>
            <a:pPr lvl="1"/>
            <a:r>
              <a:rPr lang="en-US" dirty="0"/>
              <a:t>rotate3d(</a:t>
            </a:r>
            <a:r>
              <a:rPr lang="en-US" dirty="0" err="1"/>
              <a:t>x,y,zangel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Perspective(value)</a:t>
            </a:r>
          </a:p>
          <a:p>
            <a:pPr lvl="1"/>
            <a:r>
              <a:rPr lang="en-US" dirty="0"/>
              <a:t>Translate3d(</a:t>
            </a:r>
            <a:r>
              <a:rPr lang="en-US" dirty="0" err="1"/>
              <a:t>x,y,z</a:t>
            </a:r>
            <a:r>
              <a:rPr lang="en-US" dirty="0"/>
              <a:t>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873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CSS3- Transitions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CSS3, we can apply effects to the content of the page. This effects are called transaction</a:t>
            </a:r>
          </a:p>
          <a:p>
            <a:r>
              <a:rPr lang="en-US" dirty="0"/>
              <a:t>CSS3 provides the properties, where in style can be changed without using the JavaScript.</a:t>
            </a:r>
          </a:p>
          <a:p>
            <a:r>
              <a:rPr lang="en-US" dirty="0"/>
              <a:t>Thus styles can be written on events like, </a:t>
            </a:r>
            <a:r>
              <a:rPr lang="en-US" dirty="0" err="1"/>
              <a:t>mousemove</a:t>
            </a:r>
            <a:r>
              <a:rPr lang="en-US" dirty="0"/>
              <a:t>, hover, </a:t>
            </a:r>
            <a:r>
              <a:rPr lang="en-US" dirty="0" err="1"/>
              <a:t>keypress</a:t>
            </a:r>
            <a:r>
              <a:rPr lang="en-US" dirty="0"/>
              <a:t>, saving a lot of efforts to write </a:t>
            </a:r>
            <a:r>
              <a:rPr lang="en-US" dirty="0" err="1"/>
              <a:t>javascript</a:t>
            </a:r>
            <a:r>
              <a:rPr lang="en-US" dirty="0"/>
              <a:t>, which in turn can also be considered faster and efficient.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599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CSS3 - Transition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Section : hover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Width:120px;</a:t>
            </a:r>
          </a:p>
          <a:p>
            <a:pPr marL="0" indent="0">
              <a:buNone/>
            </a:pPr>
            <a:r>
              <a:rPr lang="en-US" dirty="0"/>
              <a:t>Height:120px;</a:t>
            </a:r>
          </a:p>
          <a:p>
            <a:pPr marL="0" indent="0">
              <a:buNone/>
            </a:pPr>
            <a:r>
              <a:rPr lang="en-US" dirty="0"/>
              <a:t>Background-color:#CCC;</a:t>
            </a:r>
          </a:p>
          <a:p>
            <a:pPr marL="0" indent="0">
              <a:buNone/>
            </a:pPr>
            <a:r>
              <a:rPr lang="en-US" dirty="0" err="1"/>
              <a:t>transform:rotate</a:t>
            </a:r>
            <a:r>
              <a:rPr lang="en-US" dirty="0"/>
              <a:t>(30deg);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77203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CSS3 - Animation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CSS3 introduces for the first time the properties to animate the content on of a web page</a:t>
            </a:r>
          </a:p>
          <a:p>
            <a:r>
              <a:rPr lang="en-US" dirty="0"/>
              <a:t>This </a:t>
            </a:r>
            <a:r>
              <a:rPr lang="en-US" dirty="0" err="1"/>
              <a:t>facilates</a:t>
            </a:r>
            <a:r>
              <a:rPr lang="en-US" dirty="0"/>
              <a:t> to overcome lot of dependency on other software's like flash and </a:t>
            </a:r>
            <a:r>
              <a:rPr lang="en-US" dirty="0" err="1"/>
              <a:t>coreldraw</a:t>
            </a:r>
            <a:r>
              <a:rPr lang="en-US" dirty="0"/>
              <a:t> for animation and image modifications.</a:t>
            </a:r>
          </a:p>
          <a:p>
            <a:r>
              <a:rPr lang="en-US" dirty="0"/>
              <a:t>Also less amount of </a:t>
            </a:r>
            <a:r>
              <a:rPr lang="en-US" dirty="0" err="1"/>
              <a:t>javascript</a:t>
            </a:r>
            <a:r>
              <a:rPr lang="en-US" dirty="0"/>
              <a:t> will be required for the same.</a:t>
            </a:r>
          </a:p>
        </p:txBody>
      </p:sp>
    </p:spTree>
    <p:extLst>
      <p:ext uri="{BB962C8B-B14F-4D97-AF65-F5344CB8AC3E}">
        <p14:creationId xmlns:p14="http://schemas.microsoft.com/office/powerpoint/2010/main" val="2374018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CSS3 - Animation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Animation can be achieved using the </a:t>
            </a:r>
          </a:p>
          <a:p>
            <a:pPr lvl="1"/>
            <a:r>
              <a:rPr lang="en-US" dirty="0"/>
              <a:t>@keyframe property / rule</a:t>
            </a:r>
          </a:p>
          <a:p>
            <a:r>
              <a:rPr lang="en-US" dirty="0"/>
              <a:t>@keyframe is very simple to use and implement </a:t>
            </a:r>
          </a:p>
          <a:p>
            <a:r>
              <a:rPr lang="en-US" dirty="0"/>
              <a:t>@keyframe can be used in 2 ways.</a:t>
            </a:r>
          </a:p>
          <a:p>
            <a:pPr lvl="1"/>
            <a:r>
              <a:rPr lang="en-US" dirty="0"/>
              <a:t>With properties, </a:t>
            </a:r>
          </a:p>
          <a:p>
            <a:pPr lvl="2"/>
            <a:r>
              <a:rPr lang="en-US" dirty="0"/>
              <a:t>From</a:t>
            </a:r>
          </a:p>
          <a:p>
            <a:pPr lvl="2"/>
            <a:r>
              <a:rPr lang="en-US" dirty="0"/>
              <a:t>To</a:t>
            </a:r>
          </a:p>
          <a:p>
            <a:pPr lvl="1"/>
            <a:r>
              <a:rPr lang="en-US" dirty="0"/>
              <a:t>With percentage</a:t>
            </a:r>
          </a:p>
          <a:p>
            <a:pPr lvl="2"/>
            <a:r>
              <a:rPr lang="en-US" dirty="0"/>
              <a:t>Based on the time provided for animation, it cab be divided on the bases of work done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791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@keyframes </a:t>
            </a:r>
            <a:r>
              <a:rPr lang="en-US" dirty="0" err="1"/>
              <a:t>SimpleEffect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from </a:t>
            </a:r>
          </a:p>
          <a:p>
            <a:pPr marL="0" indent="0">
              <a:buNone/>
            </a:pPr>
            <a:r>
              <a:rPr lang="en-US" dirty="0"/>
              <a:t>{background: green;width:200px;height:200px}</a:t>
            </a:r>
            <a:br>
              <a:rPr lang="en-US" dirty="0"/>
            </a:br>
            <a:r>
              <a:rPr lang="en-US" dirty="0"/>
              <a:t>to </a:t>
            </a:r>
          </a:p>
          <a:p>
            <a:pPr marL="0" indent="0">
              <a:buNone/>
            </a:pPr>
            <a:r>
              <a:rPr lang="en-US" dirty="0"/>
              <a:t>{background: Aqua;width:100px;height:100px}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Section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animation : </a:t>
            </a:r>
            <a:r>
              <a:rPr lang="en-US" dirty="0" err="1"/>
              <a:t>SimpleEffect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069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4525963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dirty="0"/>
              <a:t>@keyframes SimpleEffect2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0%   {background: red; left:0px; top:0px;}</a:t>
            </a:r>
            <a:br>
              <a:rPr lang="en-US" dirty="0"/>
            </a:br>
            <a:r>
              <a:rPr lang="en-US" dirty="0"/>
              <a:t>25%  {background: yellow; left:200px; top:0px;}</a:t>
            </a:r>
            <a:br>
              <a:rPr lang="en-US" dirty="0"/>
            </a:br>
            <a:r>
              <a:rPr lang="en-US" dirty="0"/>
              <a:t>50%  {background: blue; left:200px; top:200px;}</a:t>
            </a:r>
            <a:br>
              <a:rPr lang="en-US" dirty="0"/>
            </a:br>
            <a:r>
              <a:rPr lang="en-US" dirty="0"/>
              <a:t>75%  {background: green; left:0px; top:200px;}</a:t>
            </a:r>
            <a:br>
              <a:rPr lang="en-US" dirty="0"/>
            </a:br>
            <a:r>
              <a:rPr lang="en-US" dirty="0"/>
              <a:t>100% {background: red; left:0px; top:0px;}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Section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animation : SimpleEffect2;</a:t>
            </a:r>
          </a:p>
          <a:p>
            <a:pPr marL="0" indent="0">
              <a:buNone/>
            </a:pPr>
            <a:r>
              <a:rPr lang="en-US" dirty="0"/>
              <a:t>	animation-duration:80s;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47403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CSS3 – Multi Column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CSS3, a page, content can be divided into multiple columns for better presentation and handling the layout of the page.</a:t>
            </a:r>
          </a:p>
          <a:p>
            <a:r>
              <a:rPr lang="en-US" dirty="0"/>
              <a:t>CSS3 has 3 properties for applying the columns.</a:t>
            </a:r>
          </a:p>
          <a:p>
            <a:pPr lvl="1"/>
            <a:r>
              <a:rPr lang="en-US" dirty="0"/>
              <a:t>Column-count </a:t>
            </a:r>
          </a:p>
          <a:p>
            <a:pPr lvl="1"/>
            <a:r>
              <a:rPr lang="en-US" dirty="0"/>
              <a:t>Column-gap</a:t>
            </a:r>
          </a:p>
          <a:p>
            <a:pPr lvl="1"/>
            <a:r>
              <a:rPr lang="en-US" dirty="0"/>
              <a:t>Column-rule</a:t>
            </a:r>
          </a:p>
        </p:txBody>
      </p:sp>
    </p:spTree>
    <p:extLst>
      <p:ext uri="{BB962C8B-B14F-4D97-AF65-F5344CB8AC3E}">
        <p14:creationId xmlns:p14="http://schemas.microsoft.com/office/powerpoint/2010/main" val="66793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Section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  column-count:2; //section gets divided in 2 columns.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/>
                </a:solidFill>
              </a:rPr>
              <a:t>   column-gap:25px; //Distance between columns.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   column-rule :5px Aqua; //</a:t>
            </a:r>
            <a:r>
              <a:rPr lang="en-US" dirty="0" err="1">
                <a:solidFill>
                  <a:srgbClr val="00B050"/>
                </a:solidFill>
              </a:rPr>
              <a:t>css</a:t>
            </a:r>
            <a:r>
              <a:rPr lang="en-US" dirty="0">
                <a:solidFill>
                  <a:srgbClr val="00B050"/>
                </a:solidFill>
              </a:rPr>
              <a:t> for column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2166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1438</TotalTime>
  <Words>1092</Words>
  <Application>Microsoft Office PowerPoint</Application>
  <PresentationFormat>On-screen Show (4:3)</PresentationFormat>
  <Paragraphs>169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Wingdings</vt:lpstr>
      <vt:lpstr>Office Theme</vt:lpstr>
      <vt:lpstr>Web Designing with HTML 5 and CSS 3</vt:lpstr>
      <vt:lpstr> CSS3 – What’s New</vt:lpstr>
      <vt:lpstr> CSS3 - Borders</vt:lpstr>
      <vt:lpstr> CSS3</vt:lpstr>
      <vt:lpstr> CSS3 – Border </vt:lpstr>
      <vt:lpstr> CSS3 - Border-radius</vt:lpstr>
      <vt:lpstr> CSS3 – box-shadow</vt:lpstr>
      <vt:lpstr> CSS3 – border-image</vt:lpstr>
      <vt:lpstr> CSS3 - Text Effect </vt:lpstr>
      <vt:lpstr>PowerPoint Presentation</vt:lpstr>
      <vt:lpstr>@font-face</vt:lpstr>
      <vt:lpstr>PowerPoint Presentation</vt:lpstr>
      <vt:lpstr> CSS3 - Transformation</vt:lpstr>
      <vt:lpstr> 2D Transformation</vt:lpstr>
      <vt:lpstr> CSS3 – 2D Transformation</vt:lpstr>
      <vt:lpstr> 2D Transformation : translate()</vt:lpstr>
      <vt:lpstr> 2D Transformation : rotate()</vt:lpstr>
      <vt:lpstr> 2D Transformation : Scale(x,y)</vt:lpstr>
      <vt:lpstr> 2D Transformation : Skew(deg,deg)</vt:lpstr>
      <vt:lpstr> CSS3 – 3D Transformation</vt:lpstr>
      <vt:lpstr> CSS3- Transitions</vt:lpstr>
      <vt:lpstr> CSS3 - Transition</vt:lpstr>
      <vt:lpstr> CSS3 - Animation</vt:lpstr>
      <vt:lpstr> CSS3 - Animation</vt:lpstr>
      <vt:lpstr>PowerPoint Presentation</vt:lpstr>
      <vt:lpstr>PowerPoint Presentation</vt:lpstr>
      <vt:lpstr> CSS3 – Multi Column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Nikhil</dc:creator>
  <cp:lastModifiedBy>Nikhil Shah</cp:lastModifiedBy>
  <cp:revision>66</cp:revision>
  <dcterms:created xsi:type="dcterms:W3CDTF">2012-04-21T18:16:33Z</dcterms:created>
  <dcterms:modified xsi:type="dcterms:W3CDTF">2025-12-02T10:37:31Z</dcterms:modified>
</cp:coreProperties>
</file>